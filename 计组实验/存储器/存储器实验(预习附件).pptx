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E9AF70C-9038-4B1A-B041-C25204A264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2399BD81-F05F-46E8-9432-16BA3CB204A6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2548" y="33339"/>
            <a:ext cx="4326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实验三  存储器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2744" y="385470"/>
            <a:ext cx="95587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一、实验目的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了解随机存取存储器 </a:t>
            </a:r>
            <a:r>
              <a:rPr lang="en-US" altLang="zh-CN" sz="2400" dirty="0"/>
              <a:t>RAM </a:t>
            </a:r>
            <a:r>
              <a:rPr lang="zh-CN" altLang="en-US" sz="2400" dirty="0"/>
              <a:t>的原理。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 smtClean="0"/>
              <a:t>理解 </a:t>
            </a:r>
            <a:r>
              <a:rPr lang="en-US" altLang="zh-CN" sz="2400" dirty="0" smtClean="0"/>
              <a:t>RAM </a:t>
            </a:r>
            <a:r>
              <a:rPr lang="zh-CN" altLang="en-US" sz="2400" dirty="0"/>
              <a:t>读取、写入数据的过程。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 smtClean="0"/>
              <a:t>         3</a:t>
            </a:r>
            <a:r>
              <a:rPr lang="zh-CN" altLang="en-US" sz="2400" dirty="0" smtClean="0"/>
              <a:t>、理解</a:t>
            </a:r>
            <a:r>
              <a:rPr lang="zh-CN" altLang="en-US" sz="2400" dirty="0"/>
              <a:t>计算机中存储器地址编址和数据索引方法。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、熟悉</a:t>
            </a:r>
            <a:r>
              <a:rPr lang="zh-CN" altLang="en-US" sz="2400" dirty="0"/>
              <a:t>并运用 </a:t>
            </a:r>
            <a:r>
              <a:rPr lang="en-US" altLang="zh-CN" sz="2400" dirty="0" err="1"/>
              <a:t>verilog</a:t>
            </a:r>
            <a:r>
              <a:rPr lang="en-US" altLang="zh-CN" sz="2400" dirty="0"/>
              <a:t> </a:t>
            </a:r>
            <a:r>
              <a:rPr lang="zh-CN" altLang="en-US" sz="2400" dirty="0"/>
              <a:t>语言进行电路设计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         </a:t>
            </a:r>
            <a:r>
              <a:rPr lang="en-US" altLang="zh-CN" sz="2400" dirty="0" smtClean="0"/>
              <a:t>5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为后续设计 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 </a:t>
            </a:r>
            <a:r>
              <a:rPr lang="zh-CN" altLang="en-US" sz="2400" dirty="0"/>
              <a:t>的实验打下基础。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609" y="2596024"/>
            <a:ext cx="9558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二、实验设备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装有 </a:t>
            </a:r>
            <a:r>
              <a:rPr lang="en-US" altLang="zh-CN" sz="2400" dirty="0"/>
              <a:t>Xilinx 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的计算机一台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/>
              <a:t>LS-CPU-EXB-002</a:t>
            </a:r>
            <a:r>
              <a:rPr lang="zh-CN" altLang="en-US" sz="2400" dirty="0"/>
              <a:t>教学系统实验箱一套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18474" y="3730346"/>
            <a:ext cx="11481848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三、实验内容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1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学习存储器的设计及</a:t>
            </a:r>
            <a:r>
              <a:rPr lang="zh-CN" altLang="en-US" sz="2400" dirty="0" smtClean="0"/>
              <a:t>原理和计算机</a:t>
            </a:r>
            <a:r>
              <a:rPr lang="zh-CN" altLang="en-US" sz="2400" dirty="0"/>
              <a:t>中内存地址编址和数据索引方法。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 smtClean="0"/>
              <a:t>2 </a:t>
            </a:r>
            <a:r>
              <a:rPr lang="zh-CN" altLang="en-US" sz="2400" dirty="0" smtClean="0"/>
              <a:t>、搭建</a:t>
            </a:r>
            <a:r>
              <a:rPr lang="zh-CN" altLang="en-US" sz="2400" dirty="0"/>
              <a:t>一个异步的</a:t>
            </a:r>
            <a:r>
              <a:rPr lang="en-US" altLang="zh-CN" sz="2400" dirty="0"/>
              <a:t>RAM</a:t>
            </a:r>
            <a:r>
              <a:rPr lang="zh-CN" altLang="en-US" sz="2400" dirty="0"/>
              <a:t>，能够正确地将数据写入指定地址并读出。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3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将以上设计作为一个单独的模块，设计一个外围模块去调用它，外围模块中需要调用封装好的触摸屏模块。</a:t>
            </a:r>
            <a:endParaRPr lang="en-US" altLang="zh-CN" sz="2400" dirty="0"/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 dirty="0"/>
              <a:t>4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sz="2400" dirty="0"/>
              <a:t>搭建好</a:t>
            </a:r>
            <a:r>
              <a:rPr lang="en-US" altLang="zh-CN" sz="2400" dirty="0"/>
              <a:t>RAM</a:t>
            </a:r>
            <a:r>
              <a:rPr lang="zh-CN" altLang="en-US" sz="2400" dirty="0"/>
              <a:t>单元，先自己试着进行读写操作，验收时任意指定三个地址输入三个数据，然后将其中一个输出，要求输入与输出显示完全分开。</a:t>
            </a:r>
            <a:endParaRPr lang="en-US" altLang="zh-CN" sz="2400" dirty="0"/>
          </a:p>
          <a:p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/>
              <a:t>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进行综合布局布线，下载到实验箱的</a:t>
            </a:r>
            <a:r>
              <a:rPr lang="en-US" altLang="zh-CN" sz="2400" dirty="0"/>
              <a:t>FPGA</a:t>
            </a:r>
            <a:r>
              <a:rPr lang="zh-CN" altLang="en-US" sz="2400" dirty="0"/>
              <a:t>板上进行演示。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6170" y="182248"/>
            <a:ext cx="1201583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四、实验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</a:t>
            </a:r>
            <a:endParaRPr lang="zh-CN" altLang="en-US" sz="2400" dirty="0"/>
          </a:p>
          <a:p>
            <a:r>
              <a:rPr lang="en-US" altLang="zh-CN" sz="2400" dirty="0"/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dirty="0"/>
              <a:t>启动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，选择</a:t>
            </a:r>
            <a:r>
              <a:rPr lang="en-US" altLang="zh-CN" sz="2400" dirty="0"/>
              <a:t>File-&gt;New Project</a:t>
            </a:r>
            <a:r>
              <a:rPr lang="zh-CN" altLang="en-US" sz="2400" dirty="0"/>
              <a:t>，输入工程名称，选择工程文件的路径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zh-CN" altLang="en-US" sz="2400" dirty="0"/>
              <a:t>选择</a:t>
            </a:r>
            <a:r>
              <a:rPr lang="en-US" altLang="zh-CN" sz="2400" dirty="0"/>
              <a:t>RTL Project</a:t>
            </a:r>
            <a:r>
              <a:rPr lang="zh-CN" altLang="en-US" sz="2400" dirty="0"/>
              <a:t>，勾选</a:t>
            </a:r>
            <a:r>
              <a:rPr lang="en-US" altLang="zh-CN" sz="2400" dirty="0"/>
              <a:t>Do not specify sources at this time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、在筛选器中进行如下选择：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en-US" sz="2400" dirty="0"/>
              <a:t> </a:t>
            </a:r>
            <a:r>
              <a:rPr lang="zh-CN" altLang="en-US" sz="2400" dirty="0"/>
              <a:t>family-&gt;Artix7 package-&gt;fbg676  最后选择型号xc7a200tfbg676-2</a:t>
            </a:r>
            <a:endParaRPr lang="zh-CN" altLang="en-US" sz="2400" dirty="0"/>
          </a:p>
          <a:p>
            <a:r>
              <a:rPr lang="zh-CN" altLang="en-US" sz="2400" dirty="0"/>
              <a:t>4、添加源文件Project Manager-&gt;Add sources-&gt;Add or create design sources</a:t>
            </a:r>
            <a:endParaRPr lang="zh-CN" altLang="en-US" sz="2400" dirty="0"/>
          </a:p>
          <a:p>
            <a:r>
              <a:rPr lang="zh-CN" altLang="en-US" sz="2400" dirty="0"/>
              <a:t>   </a:t>
            </a:r>
            <a:r>
              <a:rPr lang="zh-CN" altLang="en-US" sz="2400" dirty="0"/>
              <a:t> -&gt;Create File,开始输入程序代码</a:t>
            </a:r>
            <a:endParaRPr lang="zh-CN" altLang="en-US" sz="2400" dirty="0"/>
          </a:p>
          <a:p>
            <a:r>
              <a:rPr lang="zh-CN" altLang="en-US" sz="2400" dirty="0"/>
              <a:t>5、添加外围模块，该模块调用加法器和触摸屏模块以便在实验箱上输入原始数据和输  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出结果。</a:t>
            </a:r>
            <a:endParaRPr lang="en-US" altLang="zh-CN" sz="2400" dirty="0"/>
          </a:p>
          <a:p>
            <a:r>
              <a:rPr lang="en-US" altLang="zh-CN" sz="2400" dirty="0"/>
              <a:t>6</a:t>
            </a:r>
            <a:r>
              <a:rPr lang="zh-CN" altLang="en-US" sz="2400" dirty="0"/>
              <a:t>、将封装好的触摸屏模块添加进工程，用户只需要直接调用。继续选择</a:t>
            </a:r>
            <a:r>
              <a:rPr lang="en-US" altLang="zh-CN" sz="2400" dirty="0"/>
              <a:t>Add </a:t>
            </a:r>
            <a:r>
              <a:rPr lang="en-US" altLang="zh-CN" sz="2400" dirty="0"/>
              <a:t>sources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/>
              <a:t>添加</a:t>
            </a:r>
            <a:r>
              <a:rPr lang="en-US" altLang="zh-CN" sz="2400" dirty="0" err="1"/>
              <a:t>lcd_module.dcp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r>
              <a:rPr lang="en-US" altLang="zh-CN" sz="2400" dirty="0" smtClean="0"/>
              <a:t>7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添加引脚绑定的约束文件，扩展名为</a:t>
            </a:r>
            <a:r>
              <a:rPr lang="en-US" altLang="zh-CN" sz="2400" dirty="0"/>
              <a:t>.</a:t>
            </a:r>
            <a:r>
              <a:rPr lang="en-US" altLang="zh-CN" sz="2400" dirty="0" err="1"/>
              <a:t>xdc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r>
              <a:rPr lang="zh-CN" altLang="en-US" sz="2400" dirty="0">
                <a:sym typeface="+mn-ea"/>
              </a:rPr>
              <a:t>8、也可以通过Vivado中的I/O Planning功能来产生约束文件。</a:t>
            </a:r>
            <a:endParaRPr lang="zh-CN" altLang="en-US" sz="2400" dirty="0"/>
          </a:p>
          <a:p>
            <a:r>
              <a:rPr lang="zh-CN" altLang="en-US" sz="2400" dirty="0">
                <a:sym typeface="+mn-ea"/>
              </a:rPr>
              <a:t>   点击Flow Navigator中Synthesis下的Run Synthesis，进行综合，综合完成后选择Open Synthesized Design，查看综合结果。参照实验板原理图和引脚对应关系表，在I/O Ports栏下输入正确的Package Pin，针对本实验板，I/O Std要统一设置为LVCM0S33。设置完成保存为约束文件。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004" y="487025"/>
            <a:ext cx="11736198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9、综合、布局布线并产生可烧写文件，扩展名为.bit。可以依次双击运行，也可以只双击Generate </a:t>
            </a:r>
            <a:r>
              <a:rPr lang="zh-CN" altLang="en-US" sz="2400" dirty="0"/>
              <a:t>Bitstream，会自动运行这三步。</a:t>
            </a:r>
            <a:endParaRPr lang="zh-CN" altLang="en-US" sz="2400" dirty="0"/>
          </a:p>
          <a:p>
            <a:r>
              <a:rPr lang="zh-CN" altLang="en-US" sz="2400" dirty="0"/>
              <a:t>10、打开实验箱电源，在比特流文件生成完成的窗口选择Open Hardware Manager，进入硬件管理界面。在Hardware Manager窗口的提示信息中，点击Open Target，选择</a:t>
            </a:r>
            <a:r>
              <a:rPr lang="zh-CN" altLang="en-US" sz="2400" dirty="0"/>
              <a:t>Auto Connect自动连接器件。</a:t>
            </a:r>
            <a:endParaRPr lang="zh-CN" altLang="en-US" sz="2400" dirty="0"/>
          </a:p>
          <a:p>
            <a:r>
              <a:rPr lang="zh-CN" altLang="en-US" sz="2400" dirty="0"/>
              <a:t>11、对目标硬件编程，在Hardware窗口右键单击目标器件cx7a200t_0，选择Program Device…，选择下载的bit流文件，点击Program，完成下载后，窗口下的cx7a200t_0状态变成</a:t>
            </a:r>
            <a:r>
              <a:rPr lang="zh-CN" altLang="en-US" sz="2400" dirty="0"/>
              <a:t>Programmed。</a:t>
            </a:r>
            <a:endParaRPr lang="zh-CN" altLang="en-US" sz="2400" dirty="0"/>
          </a:p>
          <a:p>
            <a:r>
              <a:rPr lang="zh-CN" altLang="en-US" sz="2400" dirty="0"/>
              <a:t>12</a:t>
            </a:r>
            <a:r>
              <a:rPr lang="zh-CN" altLang="en-US" sz="2400" dirty="0"/>
              <a:t>、通过触摸屏完成数据输入和结果显示，验证实验的正确性。</a:t>
            </a:r>
            <a:endParaRPr lang="zh-CN" altLang="en-US" sz="2400" dirty="0"/>
          </a:p>
          <a:p>
            <a:r>
              <a:rPr lang="zh-CN" altLang="en-US" sz="2400" dirty="0"/>
              <a:t>五、记录实验结果</a:t>
            </a:r>
            <a:endParaRPr lang="zh-CN" altLang="en-US" sz="2400" dirty="0"/>
          </a:p>
          <a:p>
            <a:r>
              <a:rPr lang="zh-CN" altLang="en-US" sz="2400" dirty="0"/>
              <a:t>六、撰写实验报告</a:t>
            </a:r>
            <a:r>
              <a:rPr lang="zh-CN" altLang="en-US" sz="2400" dirty="0">
                <a:sym typeface="+mn-ea"/>
              </a:rPr>
              <a:t>（实验目的、实验设备、实验内容、实验步骤、实验程序、约束文件、实验结果</a:t>
            </a:r>
            <a:r>
              <a:rPr lang="zh-CN" altLang="en-US" sz="2400" dirty="0">
                <a:sym typeface="+mn-ea"/>
              </a:rPr>
              <a:t>（表格、照片）</a:t>
            </a:r>
            <a:r>
              <a:rPr lang="zh-CN" altLang="en-US" sz="2400" dirty="0">
                <a:sym typeface="+mn-ea"/>
              </a:rPr>
              <a:t>、实验心得）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3291" t="18581" r="18456" b="50000"/>
          <a:stretch>
            <a:fillRect/>
          </a:stretch>
        </p:blipFill>
        <p:spPr>
          <a:xfrm>
            <a:off x="6421755" y="4625340"/>
            <a:ext cx="3834130" cy="20529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RhNmI1ZDY3ZWRiYWRmNTc4ZDNlZjQzOGIzMTgwNm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1479</Words>
  <Application>WPS 演示</Application>
  <PresentationFormat>宽屏</PresentationFormat>
  <Paragraphs>46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Symbol</vt:lpstr>
      <vt:lpstr>黑体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扼 腕重来</dc:creator>
  <cp:lastModifiedBy>admin</cp:lastModifiedBy>
  <cp:revision>23</cp:revision>
  <dcterms:created xsi:type="dcterms:W3CDTF">2020-08-31T13:13:00Z</dcterms:created>
  <dcterms:modified xsi:type="dcterms:W3CDTF">2024-11-11T10:27:00Z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71B35FCC2CE648FBB8DA9892B79D8A91_13</vt:lpwstr>
  </property>
  <property fmtid="{D5CDD505-2E9C-101B-9397-08002B2CF9AE}" pid="3" name="KSOProductBuildVer">
    <vt:lpwstr>2052-12.1.0.16929</vt:lpwstr>
  </property>
</Properties>
</file>