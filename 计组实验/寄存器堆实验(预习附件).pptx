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-47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82645" y="33655"/>
            <a:ext cx="48768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实验二   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寄存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器堆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8474" y="564714"/>
            <a:ext cx="95587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一、实验目的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1. 熟悉并掌握 MIPS 计算机中寄存器堆的原理和设计方法。 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2. 初步了解 MIPS 指令结构和源操作数/目的操作数的概念。 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3. 熟悉并运用 verilog 语言进行电路设计。 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4. 为后续设计 cpu 的实验打下基础。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8619" y="2347104"/>
            <a:ext cx="95587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二、实验设备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、装有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Xilinx 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Vivado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的计算机一台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LS-CPU-EXB-002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教学系统实验箱一套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109" y="3442691"/>
            <a:ext cx="11481848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三、实验内容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、学习 MIPS 计算机中寄存器堆的设计及原理，如：有多少个寄存器，有无特殊设置的寄存器，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MIPS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指令如何去索引寄存器等。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建议设计为异步读同步写的寄存器堆，即读寄存器不需要时钟控制，但写寄存器需时钟控制。寄存器堆设计为1个写端口和2个读端口，</a:t>
            </a:r>
            <a:r>
              <a:rPr 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共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个寄存器。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将以上设计作为一个单独的模块，设计一个外围模块去调用它，外围模块中需要调用封装好的触摸屏模块，通过实验箱提供的开关控制输入寄存器号及数据，观察各寄存器显示出来的结果，并能读出任意两个寄存器的值显示在读端口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、进行综合布局布线，下载到实验箱的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FPGA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板上进行演示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6170" y="650243"/>
            <a:ext cx="1201583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四、实验步骤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、启动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Vivado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，选择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File-&gt;New Project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，输入工程名称，选择工程文件的路径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选择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RTL Project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，勾选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Do not specify sources at this time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、在筛选器中进行如下选择：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family-&gt;Artix7 package-&gt;fbg676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最后选择型号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xc7a200tfbg676-2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、添加源文件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Project Manager-&gt;Add sources-&gt;Add or create design sources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-&gt;Create File,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开始输入程序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代码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、添加并修改外围模块，该模块调用运算器和触摸屏模块以便在实验箱上输入原始数据和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结果。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、将封装好的触摸屏模块添加进工程，用户只需要直接调用。继续选择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Add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sources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添加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lcd_module.dcp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通过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Vivado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I/O Planning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功能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来产生约束文件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点击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Flow Navigator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Synthesis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Run Synthesis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进行综合，综合完成后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Open Synthesized Design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查看综合结果。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参照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实验板原理图和引脚对应关系表，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I/O Ports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栏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下输入正确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Package Pin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针对本实验板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I/O 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Std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统一设置为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LVCM0S33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。设置完成保存为约束文件。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004" y="487025"/>
            <a:ext cx="11736198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、综合、布局布线并产生可烧写文件，扩展名为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.bit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。可以依次双击运行，也可以只双击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Generate 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Bitstream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，会自动运行这三步。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、打开实验箱电源，在比特流文件生成完成的窗口选择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Open Hardware Manager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，进入硬件管理界面。在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Hardware Manager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窗口的提示信息中，点击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Open Target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Auto Connect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自动连接器件。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、对目标硬件编程，在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Hardware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窗口右键单击目标器件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cx7a200t_0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Program Device…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，选择下载的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bit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流文件，点击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Program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，完成下载后，窗口下的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cx7a200t_0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状态变成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Programmed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、通过开关和触摸屏完成八个寄存器地址及对应数据的写入，当以读状态输入其中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任意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两个地址时，能正确显示出对应两个寄存器中的数据，以验证实验的正确性。</a:t>
            </a:r>
            <a:endParaRPr lang="zh-CN" altLang="en-US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五、记录实验结果，并拍照认证。</a:t>
            </a:r>
            <a:endParaRPr lang="zh-CN" altLang="en-US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六、撰写实验报告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5255895" y="4288790"/>
          <a:ext cx="3044190" cy="1833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2038350" imgH="1143000" progId="Paint.Picture">
                  <p:embed/>
                </p:oleObj>
              </mc:Choice>
              <mc:Fallback>
                <p:oleObj name="" r:id="rId1" imgW="2038350" imgH="1143000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55895" y="4288790"/>
                        <a:ext cx="3044190" cy="1833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0c7d44e6-3af9-4b9e-8a07-a6dc51f63a13"/>
  <p:tag name="COMMONDATA" val="eyJoZGlkIjoiYmRhNmI1ZDY3ZWRiYWRmNTc4ZDNlZjQzOGIzMTgwNm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1484</Words>
  <Application>WPS 演示</Application>
  <PresentationFormat>自定义</PresentationFormat>
  <Paragraphs>40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Symbol</vt:lpstr>
      <vt:lpstr>黑体</vt:lpstr>
      <vt:lpstr>Candara</vt:lpstr>
      <vt:lpstr>微软雅黑</vt:lpstr>
      <vt:lpstr>Arial Unicode MS</vt:lpstr>
      <vt:lpstr>华文新魏</vt:lpstr>
      <vt:lpstr>华文楷体</vt:lpstr>
      <vt:lpstr>Calibri</vt:lpstr>
      <vt:lpstr>波形</vt:lpstr>
      <vt:lpstr>Paint.Picture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扼 腕重来</dc:creator>
  <cp:lastModifiedBy>admin</cp:lastModifiedBy>
  <cp:revision>26</cp:revision>
  <dcterms:created xsi:type="dcterms:W3CDTF">2020-08-31T13:13:00Z</dcterms:created>
  <dcterms:modified xsi:type="dcterms:W3CDTF">2024-10-28T10:59:26Z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7964BDFEC0914DAE982B350962F1D3AA</vt:lpwstr>
  </property>
  <property fmtid="{D5CDD505-2E9C-101B-9397-08002B2CF9AE}" pid="3" name="KSOProductBuildVer">
    <vt:lpwstr>2052-12.1.0.16929</vt:lpwstr>
  </property>
</Properties>
</file>