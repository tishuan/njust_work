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2548" y="33339"/>
            <a:ext cx="4326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实验三  存储器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2744" y="385470"/>
            <a:ext cx="95587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 smtClean="0"/>
              <a:t>了解随机存取存储器 </a:t>
            </a:r>
            <a:r>
              <a:rPr lang="en-US" altLang="zh-CN" sz="2400" dirty="0"/>
              <a:t>RAM </a:t>
            </a:r>
            <a:r>
              <a:rPr lang="zh-CN" altLang="en-US" sz="2400" dirty="0"/>
              <a:t>的原理。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 smtClean="0"/>
              <a:t>理解 </a:t>
            </a:r>
            <a:r>
              <a:rPr lang="en-US" altLang="zh-CN" sz="2400" dirty="0" smtClean="0"/>
              <a:t>RAM </a:t>
            </a:r>
            <a:r>
              <a:rPr lang="zh-CN" altLang="en-US" sz="2400" dirty="0"/>
              <a:t>读取、写入数据的过程。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 smtClean="0"/>
              <a:t>         3</a:t>
            </a:r>
            <a:r>
              <a:rPr lang="zh-CN" altLang="en-US" sz="2400" dirty="0" smtClean="0"/>
              <a:t>、理解</a:t>
            </a:r>
            <a:r>
              <a:rPr lang="zh-CN" altLang="en-US" sz="2400" dirty="0"/>
              <a:t>计算机中存储器地址编址和数据索引方法。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、熟悉</a:t>
            </a:r>
            <a:r>
              <a:rPr lang="zh-CN" altLang="en-US" sz="2400" dirty="0"/>
              <a:t>并运用 </a:t>
            </a:r>
            <a:r>
              <a:rPr lang="en-US" altLang="zh-CN" sz="2400" dirty="0" err="1"/>
              <a:t>verilog</a:t>
            </a:r>
            <a:r>
              <a:rPr lang="en-US" altLang="zh-CN" sz="2400" dirty="0"/>
              <a:t> </a:t>
            </a:r>
            <a:r>
              <a:rPr lang="zh-CN" altLang="en-US" sz="2400" dirty="0"/>
              <a:t>语言进行电路设计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         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为后续设计 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 </a:t>
            </a:r>
            <a:r>
              <a:rPr lang="zh-CN" altLang="en-US" sz="2400" dirty="0"/>
              <a:t>的实验打下基础。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609" y="2596024"/>
            <a:ext cx="9558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装有 </a:t>
            </a:r>
            <a:r>
              <a:rPr lang="en-US" altLang="zh-CN" sz="2400" dirty="0"/>
              <a:t>Xilinx 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的计算机一台</a:t>
            </a:r>
            <a:endParaRPr lang="en-US" altLang="zh-CN" sz="2400" dirty="0"/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/>
              <a:t>LS-CPU-EXB-002</a:t>
            </a:r>
            <a:r>
              <a:rPr lang="zh-CN" altLang="en-US" sz="2400" dirty="0"/>
              <a:t>教学系统实验箱一套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518474" y="3730346"/>
            <a:ext cx="11481848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学习存储器的设计及</a:t>
            </a:r>
            <a:r>
              <a:rPr lang="zh-CN" altLang="en-US" sz="2400" dirty="0" smtClean="0"/>
              <a:t>原理和计算机</a:t>
            </a:r>
            <a:r>
              <a:rPr lang="zh-CN" altLang="en-US" sz="2400" dirty="0"/>
              <a:t>中内存地址编址和数据索引方法。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/>
              <a:t>2 </a:t>
            </a:r>
            <a:r>
              <a:rPr lang="zh-CN" altLang="en-US" sz="2400" dirty="0" smtClean="0"/>
              <a:t>、搭建</a:t>
            </a:r>
            <a:r>
              <a:rPr lang="zh-CN" altLang="en-US" sz="2400" dirty="0"/>
              <a:t>一个异步的</a:t>
            </a:r>
            <a:r>
              <a:rPr lang="en-US" altLang="zh-CN" sz="2400" dirty="0"/>
              <a:t>RAM</a:t>
            </a:r>
            <a:r>
              <a:rPr lang="zh-CN" altLang="en-US" sz="2400" dirty="0"/>
              <a:t>，能够正确地将数据写入指定地址并读出。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/>
              <a:t>3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将以上设计作为一个单独的模块，设计一个外围模块去调用它，外围模块中需要调用封装好的触摸屏模块。</a:t>
            </a:r>
            <a:endParaRPr lang="en-US" altLang="zh-CN" sz="2400" dirty="0"/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/>
              <a:t>4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向地址为</a:t>
            </a:r>
            <a:r>
              <a:rPr lang="en-US" altLang="zh-CN" sz="2400" dirty="0"/>
              <a:t>50H-55H</a:t>
            </a:r>
            <a:r>
              <a:rPr lang="zh-CN" altLang="en-US" sz="2400" dirty="0"/>
              <a:t>的六个单元送</a:t>
            </a:r>
            <a:r>
              <a:rPr lang="en-US" altLang="zh-CN" sz="2400" dirty="0"/>
              <a:t>70H-75H</a:t>
            </a:r>
            <a:r>
              <a:rPr lang="zh-CN" altLang="en-US" sz="2400" dirty="0"/>
              <a:t>六个数，验收时任意指定一个地址，屏幕上输出其存储的数据。</a:t>
            </a:r>
            <a:endParaRPr lang="en-US" altLang="zh-CN" sz="2400" dirty="0"/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5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进行综合布局布线，下载到实验箱的</a:t>
            </a:r>
            <a:r>
              <a:rPr lang="en-US" altLang="zh-CN" sz="2400" dirty="0"/>
              <a:t>FPGA</a:t>
            </a:r>
            <a:r>
              <a:rPr lang="zh-CN" altLang="en-US" sz="2400" dirty="0"/>
              <a:t>板上进行演示。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650243"/>
            <a:ext cx="1201583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启动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，选择</a:t>
            </a:r>
            <a:r>
              <a:rPr lang="en-US" altLang="zh-CN" sz="2400" dirty="0"/>
              <a:t>File-&gt;New Project</a:t>
            </a:r>
            <a:r>
              <a:rPr lang="zh-CN" altLang="en-US" sz="2400" dirty="0"/>
              <a:t>，输入工程名称，选择工程文件的路径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zh-CN" altLang="en-US" sz="2400" dirty="0"/>
              <a:t>选择</a:t>
            </a:r>
            <a:r>
              <a:rPr lang="en-US" altLang="zh-CN" sz="2400" dirty="0"/>
              <a:t>RTL Project</a:t>
            </a:r>
            <a:r>
              <a:rPr lang="zh-CN" altLang="en-US" sz="2400" dirty="0"/>
              <a:t>，勾选</a:t>
            </a:r>
            <a:r>
              <a:rPr lang="en-US" altLang="zh-CN" sz="2400" dirty="0"/>
              <a:t>Do not specify sources at this time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、在筛选器中进行如下选择：</a:t>
            </a:r>
            <a:endParaRPr lang="en-US" altLang="zh-CN" sz="2400" dirty="0"/>
          </a:p>
          <a:p>
            <a:r>
              <a:rPr lang="en-US" altLang="zh-CN" sz="2400" dirty="0"/>
              <a:t>   </a:t>
            </a:r>
            <a:r>
              <a:rPr lang="en-US" altLang="zh-CN" sz="2400" dirty="0"/>
              <a:t>family-&gt;Artix7 package-&gt;fbg676  </a:t>
            </a:r>
            <a:r>
              <a:rPr lang="zh-CN" altLang="en-US" sz="2400" dirty="0"/>
              <a:t>最后选择型号</a:t>
            </a:r>
            <a:r>
              <a:rPr lang="en-US" altLang="zh-CN" sz="2400" dirty="0"/>
              <a:t>xc7a200tfbg676-2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、添加源文件</a:t>
            </a:r>
            <a:r>
              <a:rPr lang="en-US" altLang="zh-CN" sz="2400" dirty="0"/>
              <a:t>Project Manager-&gt;Add sources-&gt;Add or create design sources</a:t>
            </a:r>
            <a:endParaRPr lang="en-US" altLang="zh-CN" sz="2400" dirty="0"/>
          </a:p>
          <a:p>
            <a:r>
              <a:rPr lang="en-US" altLang="zh-CN" sz="2400" dirty="0"/>
              <a:t>    -&gt;Create File,</a:t>
            </a:r>
            <a:r>
              <a:rPr lang="zh-CN" altLang="en-US" sz="2400" dirty="0"/>
              <a:t>开始输入程序</a:t>
            </a:r>
            <a:r>
              <a:rPr lang="zh-CN" altLang="en-US" sz="2400" dirty="0"/>
              <a:t>代码</a:t>
            </a:r>
            <a:endParaRPr lang="en-US" altLang="zh-CN" sz="2400" dirty="0"/>
          </a:p>
          <a:p>
            <a:r>
              <a:rPr lang="en-US" altLang="zh-CN" sz="2400" dirty="0"/>
              <a:t>5</a:t>
            </a:r>
            <a:r>
              <a:rPr lang="zh-CN" altLang="en-US" sz="2400" dirty="0"/>
              <a:t>、添加外围模块，该模块调用加法器和触摸屏模块以便在实验箱上输入原始数据和输  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/>
              <a:t>  </a:t>
            </a:r>
            <a:r>
              <a:rPr lang="zh-CN" altLang="en-US" sz="2400" dirty="0"/>
              <a:t>出结果。</a:t>
            </a:r>
            <a:endParaRPr lang="en-US" altLang="zh-CN" sz="2400" dirty="0"/>
          </a:p>
          <a:p>
            <a:r>
              <a:rPr lang="en-US" altLang="zh-CN" sz="2400" dirty="0"/>
              <a:t>6</a:t>
            </a:r>
            <a:r>
              <a:rPr lang="zh-CN" altLang="en-US" sz="2400" dirty="0"/>
              <a:t>、将封装好的触摸屏模块添加进工程，用户只需要直接调用。继续选择</a:t>
            </a:r>
            <a:r>
              <a:rPr lang="en-US" altLang="zh-CN" sz="2400" dirty="0"/>
              <a:t>Add </a:t>
            </a:r>
            <a:r>
              <a:rPr lang="en-US" altLang="zh-CN" sz="2400" dirty="0"/>
              <a:t>sources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/>
              <a:t>  </a:t>
            </a:r>
            <a:r>
              <a:rPr lang="zh-CN" altLang="en-US" sz="2400" dirty="0"/>
              <a:t>添加</a:t>
            </a:r>
            <a:r>
              <a:rPr lang="en-US" altLang="zh-CN" sz="2400" dirty="0" err="1"/>
              <a:t>lcd_module.dcp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r>
              <a:rPr lang="en-US" altLang="zh-CN" sz="2400" dirty="0" smtClean="0"/>
              <a:t>7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添加引脚绑定的约束文件，扩展名为</a:t>
            </a:r>
            <a:r>
              <a:rPr lang="en-US" altLang="zh-CN" sz="2400" dirty="0"/>
              <a:t>.</a:t>
            </a:r>
            <a:r>
              <a:rPr lang="en-US" altLang="zh-CN" sz="2400" dirty="0" err="1"/>
              <a:t>xdc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04" y="487025"/>
            <a:ext cx="1173619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8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也可以</a:t>
            </a:r>
            <a:r>
              <a:rPr lang="zh-CN" altLang="en-US" sz="2400" dirty="0"/>
              <a:t>通过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中的</a:t>
            </a:r>
            <a:r>
              <a:rPr lang="en-US" altLang="zh-CN" sz="2400" dirty="0"/>
              <a:t>I/O Planning</a:t>
            </a:r>
            <a:r>
              <a:rPr lang="zh-CN" altLang="en-US" sz="2400" dirty="0"/>
              <a:t>功能</a:t>
            </a:r>
            <a:r>
              <a:rPr lang="zh-CN" altLang="en-US" sz="2400" dirty="0"/>
              <a:t>来产生约束文件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zh-CN" altLang="en-US" sz="2400" dirty="0"/>
              <a:t>   点击</a:t>
            </a:r>
            <a:r>
              <a:rPr lang="en-US" altLang="zh-CN" sz="2400" dirty="0"/>
              <a:t>Flow Navigator</a:t>
            </a:r>
            <a:r>
              <a:rPr lang="zh-CN" altLang="en-US" sz="2400" dirty="0"/>
              <a:t>中</a:t>
            </a:r>
            <a:r>
              <a:rPr lang="en-US" altLang="zh-CN" sz="2400" dirty="0"/>
              <a:t>Synthesis</a:t>
            </a:r>
            <a:r>
              <a:rPr lang="zh-CN" altLang="en-US" sz="2400" dirty="0"/>
              <a:t>下</a:t>
            </a:r>
            <a:r>
              <a:rPr lang="zh-CN" altLang="en-US" sz="2400" dirty="0"/>
              <a:t>的</a:t>
            </a:r>
            <a:r>
              <a:rPr lang="en-US" altLang="zh-CN" sz="2400" dirty="0"/>
              <a:t>Run Synthesis</a:t>
            </a:r>
            <a:r>
              <a:rPr lang="zh-CN" altLang="en-US" sz="2400" dirty="0"/>
              <a:t>，</a:t>
            </a:r>
            <a:r>
              <a:rPr lang="zh-CN" altLang="en-US" sz="2400" dirty="0"/>
              <a:t>进行综合，综合完成后</a:t>
            </a:r>
            <a:r>
              <a:rPr lang="zh-CN" altLang="en-US" sz="2400" dirty="0"/>
              <a:t>选择</a:t>
            </a:r>
            <a:r>
              <a:rPr lang="en-US" altLang="zh-CN" sz="2400" dirty="0"/>
              <a:t>Open Synthesized Design</a:t>
            </a:r>
            <a:r>
              <a:rPr lang="zh-CN" altLang="en-US" sz="2400" dirty="0"/>
              <a:t>，</a:t>
            </a:r>
            <a:r>
              <a:rPr lang="zh-CN" altLang="en-US" sz="2400" dirty="0"/>
              <a:t>查看综合结果。</a:t>
            </a:r>
            <a:r>
              <a:rPr lang="zh-CN" altLang="en-US" sz="2400" dirty="0"/>
              <a:t>参照</a:t>
            </a:r>
            <a:r>
              <a:rPr lang="zh-CN" altLang="en-US" sz="2400" dirty="0"/>
              <a:t>实验板原理图和引脚对应关系表，</a:t>
            </a:r>
            <a:r>
              <a:rPr lang="zh-CN" altLang="en-US" sz="2400" dirty="0"/>
              <a:t>在</a:t>
            </a:r>
            <a:r>
              <a:rPr lang="en-US" altLang="zh-CN" sz="2400" dirty="0"/>
              <a:t>I/O Ports</a:t>
            </a:r>
            <a:r>
              <a:rPr lang="zh-CN" altLang="en-US" sz="2400" dirty="0"/>
              <a:t>栏</a:t>
            </a:r>
            <a:r>
              <a:rPr lang="zh-CN" altLang="en-US" sz="2400" dirty="0"/>
              <a:t>下输入正确</a:t>
            </a:r>
            <a:r>
              <a:rPr lang="zh-CN" altLang="en-US" sz="2400" dirty="0"/>
              <a:t>的</a:t>
            </a:r>
            <a:r>
              <a:rPr lang="en-US" altLang="zh-CN" sz="2400" dirty="0"/>
              <a:t>Package Pin</a:t>
            </a:r>
            <a:r>
              <a:rPr lang="zh-CN" altLang="en-US" sz="2400" dirty="0"/>
              <a:t>，</a:t>
            </a:r>
            <a:r>
              <a:rPr lang="zh-CN" altLang="en-US" sz="2400" dirty="0"/>
              <a:t>针对本实验板</a:t>
            </a:r>
            <a:r>
              <a:rPr lang="zh-CN" altLang="en-US" sz="2400" dirty="0"/>
              <a:t>，</a:t>
            </a:r>
            <a:r>
              <a:rPr lang="en-US" altLang="zh-CN" sz="2400" dirty="0"/>
              <a:t>I/O </a:t>
            </a:r>
            <a:r>
              <a:rPr lang="en-US" altLang="zh-CN" sz="2400" dirty="0" err="1"/>
              <a:t>Std</a:t>
            </a:r>
            <a:r>
              <a:rPr lang="zh-CN" altLang="en-US" sz="2400" dirty="0"/>
              <a:t>要</a:t>
            </a:r>
            <a:r>
              <a:rPr lang="zh-CN" altLang="en-US" sz="2400" dirty="0"/>
              <a:t>统一设置为</a:t>
            </a:r>
            <a:r>
              <a:rPr lang="en-US" altLang="zh-CN" sz="2400" dirty="0"/>
              <a:t>LVCM0S33</a:t>
            </a:r>
            <a:r>
              <a:rPr lang="zh-CN" altLang="en-US" sz="2400" dirty="0"/>
              <a:t>。设置完成保存为约束文件。</a:t>
            </a:r>
            <a:endParaRPr lang="en-US" altLang="zh-CN" sz="2400" dirty="0"/>
          </a:p>
          <a:p>
            <a:r>
              <a:rPr lang="en-US" altLang="zh-CN" sz="2400" dirty="0" smtClean="0"/>
              <a:t>9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综合、布局布线并产生可烧写文件，扩展名为</a:t>
            </a:r>
            <a:r>
              <a:rPr lang="en-US" altLang="zh-CN" sz="2400" dirty="0"/>
              <a:t>.bit</a:t>
            </a:r>
            <a:r>
              <a:rPr lang="zh-CN" altLang="en-US" sz="2400" dirty="0"/>
              <a:t>。可以依次双击运行，也可以只双击</a:t>
            </a:r>
            <a:r>
              <a:rPr lang="en-US" altLang="zh-CN" sz="2400" dirty="0"/>
              <a:t>Generate </a:t>
            </a:r>
            <a:r>
              <a:rPr lang="en-US" altLang="zh-CN" sz="2400" dirty="0" err="1"/>
              <a:t>Bitstream</a:t>
            </a:r>
            <a:r>
              <a:rPr lang="zh-CN" altLang="en-US" sz="2400" dirty="0"/>
              <a:t>，会自动运行这三步。</a:t>
            </a:r>
            <a:endParaRPr lang="en-US" altLang="zh-CN" sz="2400" dirty="0"/>
          </a:p>
          <a:p>
            <a:r>
              <a:rPr lang="en-US" altLang="zh-CN" sz="2400" dirty="0" smtClean="0"/>
              <a:t>10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打开实验箱电源，在比特流文件生成完成的窗口选择</a:t>
            </a:r>
            <a:r>
              <a:rPr lang="en-US" altLang="zh-CN" sz="2400" dirty="0"/>
              <a:t>Open Hardware Manager</a:t>
            </a:r>
            <a:r>
              <a:rPr lang="zh-CN" altLang="en-US" sz="2400" dirty="0"/>
              <a:t>，进入硬件管理界面。在</a:t>
            </a:r>
            <a:r>
              <a:rPr lang="en-US" altLang="zh-CN" sz="2400" dirty="0"/>
              <a:t>Hardware Manager</a:t>
            </a:r>
            <a:r>
              <a:rPr lang="zh-CN" altLang="en-US" sz="2400" dirty="0"/>
              <a:t>窗口的提示信息中，点击</a:t>
            </a:r>
            <a:r>
              <a:rPr lang="en-US" altLang="zh-CN" sz="2400" dirty="0"/>
              <a:t>Open Target</a:t>
            </a:r>
            <a:r>
              <a:rPr lang="zh-CN" altLang="en-US" sz="2400" dirty="0"/>
              <a:t>，选择</a:t>
            </a:r>
            <a:r>
              <a:rPr lang="en-US" altLang="zh-CN" sz="2400" dirty="0"/>
              <a:t>Auto Connect</a:t>
            </a:r>
            <a:r>
              <a:rPr lang="zh-CN" altLang="en-US" sz="2400" dirty="0"/>
              <a:t>自动连接器件。</a:t>
            </a:r>
            <a:endParaRPr lang="en-US" altLang="zh-CN" sz="2400" dirty="0"/>
          </a:p>
          <a:p>
            <a:r>
              <a:rPr lang="en-US" altLang="zh-CN" sz="2400" dirty="0" smtClean="0"/>
              <a:t>11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对目标硬件编程，在</a:t>
            </a:r>
            <a:r>
              <a:rPr lang="en-US" altLang="zh-CN" sz="2400" dirty="0"/>
              <a:t>Hardware</a:t>
            </a:r>
            <a:r>
              <a:rPr lang="zh-CN" altLang="en-US" sz="2400" dirty="0"/>
              <a:t>窗口右键单击目标器件</a:t>
            </a:r>
            <a:r>
              <a:rPr lang="en-US" altLang="zh-CN" sz="2400" dirty="0"/>
              <a:t>cx7a200t_0</a:t>
            </a:r>
            <a:r>
              <a:rPr lang="zh-CN" altLang="en-US" sz="2400" dirty="0"/>
              <a:t>，选择</a:t>
            </a:r>
            <a:r>
              <a:rPr lang="en-US" altLang="zh-CN" sz="2400" dirty="0"/>
              <a:t>Program Device…</a:t>
            </a:r>
            <a:r>
              <a:rPr lang="zh-CN" altLang="en-US" sz="2400" dirty="0"/>
              <a:t>，选择下载的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流文件，点击</a:t>
            </a:r>
            <a:r>
              <a:rPr lang="en-US" altLang="zh-CN" sz="2400" dirty="0"/>
              <a:t>Program</a:t>
            </a:r>
            <a:r>
              <a:rPr lang="zh-CN" altLang="en-US" sz="2400" dirty="0"/>
              <a:t>，完成下载后，窗口下的</a:t>
            </a:r>
            <a:r>
              <a:rPr lang="en-US" altLang="zh-CN" sz="2400" dirty="0"/>
              <a:t>cx7a200t_0</a:t>
            </a:r>
            <a:r>
              <a:rPr lang="zh-CN" altLang="en-US" sz="2400" dirty="0"/>
              <a:t>状态变成</a:t>
            </a:r>
            <a:r>
              <a:rPr lang="en-US" altLang="zh-CN" sz="2400" dirty="0"/>
              <a:t>Programmed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 smtClean="0"/>
              <a:t>12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通过触摸屏完成数据输入和结果显示，验证实验的正确性。</a:t>
            </a:r>
            <a:endParaRPr lang="en-US" altLang="zh-CN" sz="2400" dirty="0"/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五、记录实验结果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六、撰写实验报告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mU4YzhlMWU4YjU2ZmJmYWQxMjNiNWQwODQ4YjI3OW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1420</Words>
  <Application>WPS 演示</Application>
  <PresentationFormat>宽屏</PresentationFormat>
  <Paragraphs>47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Symbol</vt:lpstr>
      <vt:lpstr>黑体</vt:lpstr>
      <vt:lpstr>Candara</vt:lpstr>
      <vt:lpstr>华文楷体</vt:lpstr>
      <vt:lpstr>微软雅黑</vt:lpstr>
      <vt:lpstr>Arial Unicode MS</vt:lpstr>
      <vt:lpstr>华文新魏</vt:lpstr>
      <vt:lpstr>Calibri</vt:lpstr>
      <vt:lpstr>波形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WPS_1610338475</cp:lastModifiedBy>
  <cp:revision>21</cp:revision>
  <dcterms:created xsi:type="dcterms:W3CDTF">2020-08-31T13:13:00Z</dcterms:created>
  <dcterms:modified xsi:type="dcterms:W3CDTF">2022-11-06T02:40:52Z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350CF8F151BC468FBEC3C94CC8FCC6EE</vt:lpwstr>
  </property>
  <property fmtid="{D5CDD505-2E9C-101B-9397-08002B2CF9AE}" pid="3" name="KSOProductBuildVer">
    <vt:lpwstr>2052-11.1.0.12598</vt:lpwstr>
  </property>
</Properties>
</file>